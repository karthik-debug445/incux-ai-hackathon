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4630400" cy="8229600"/>
  <p:notesSz cx="8229600" cy="14630400"/>
  <p:embeddedFontLst>
    <p:embeddedFont>
      <p:font typeface="Inter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8305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2026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b="1" dirty="0"/>
              <a:t>AI Chatbot for Forensic Analysis of Telecom and Digital Forensics Data</a:t>
            </a:r>
          </a:p>
          <a:p>
            <a:pPr>
              <a:lnSpc>
                <a:spcPts val="5550"/>
              </a:lnSpc>
            </a:pPr>
            <a:endParaRPr lang="en-US" sz="4450" b="1" dirty="0"/>
          </a:p>
          <a:p>
            <a:pPr marL="0" indent="0" algn="l">
              <a:lnSpc>
                <a:spcPts val="5550"/>
              </a:lnSpc>
              <a:buNone/>
            </a:pPr>
            <a:endParaRPr lang="en-US" sz="4450" dirty="0">
              <a:latin typeface="Inter Bold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691777"/>
            <a:ext cx="75182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Turning Raw Telecom Data into Actionable Intelligence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7256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Telecom Investigations Are Data-Heavy but Insight-Poor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39064"/>
            <a:ext cx="75564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CDR, IPDR, Tower Dump datasets overwhelm analysts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cross-analysis consumes critical hours or days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behavioral patterns frequently go unnoticed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severely impact investigative outcomes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20351" y="6138863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intelligence, speed defines success.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883712"/>
            <a:ext cx="30480" cy="873204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5E68D9-8B66-493F-4022-E7AE9818CDC3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28819"/>
            <a:ext cx="75432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System Limitations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077760"/>
            <a:ext cx="3664744" cy="2093714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084" y="23350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Static Dashboards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1084" y="2825472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to basic data display without dynamic interaction.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077760"/>
            <a:ext cx="3664863" cy="2093714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42642" y="2335054"/>
            <a:ext cx="31116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AI Reasoning Layer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42642" y="2825472"/>
            <a:ext cx="31502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Lacks automated cognitive analysis and inference capabilities.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398288"/>
            <a:ext cx="3664744" cy="2802374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084" y="4655582"/>
            <a:ext cx="31501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Behavioral Pattern Detection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51084" y="5500330"/>
            <a:ext cx="31501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Inability to identify complex or subtle behavioral anomalies.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685348" y="4398288"/>
            <a:ext cx="3664863" cy="2802374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42642" y="4655582"/>
            <a:ext cx="315027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Visualization Without Insight Extraction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42642" y="5854660"/>
            <a:ext cx="31502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Presents data but fails to deliver actionable intelligence.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8811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 AI Investigator — Not Just a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84583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TeleIntel transforms raw telecom data into actionable intelligence through a sophisticated AI reasoning layer.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826788"/>
            <a:ext cx="7556421" cy="33145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83841" y="6049540"/>
            <a:ext cx="1142025" cy="408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Processing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3083841" y="6516665"/>
            <a:ext cx="1142025" cy="32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Normalize, enrich, aggregate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711785" y="6049540"/>
            <a:ext cx="1142026" cy="408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Investigative Intelligence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711785" y="6516665"/>
            <a:ext cx="1142026" cy="32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leads and context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309856" y="4124693"/>
            <a:ext cx="1142025" cy="408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Raw Telecom Data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309856" y="4591818"/>
            <a:ext cx="1142025" cy="32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logs, CDRs, metadata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923259" y="4124693"/>
            <a:ext cx="1142026" cy="408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Behavioral Reasoning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923259" y="4591818"/>
            <a:ext cx="1142026" cy="32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 patterns and intent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4607"/>
            <a:ext cx="97720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Features: TeleIntel at a Glance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27014"/>
            <a:ext cx="670560" cy="67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47838" y="1827014"/>
            <a:ext cx="20939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Investigator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47838" y="2317433"/>
            <a:ext cx="20939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Human-like intelligence briefings.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1827014"/>
            <a:ext cx="670560" cy="670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9325" y="1827014"/>
            <a:ext cx="209407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Multi-Dataset Analysis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079325" y="2671763"/>
            <a:ext cx="209407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CDR, IPDR, Tower Dumps, and more.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1827014"/>
            <a:ext cx="670560" cy="6705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10932" y="1827014"/>
            <a:ext cx="209407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Behavioral Pattern Detection Engine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410932" y="3380423"/>
            <a:ext cx="20940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 hidden links and anomalies.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1827014"/>
            <a:ext cx="670560" cy="6705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742539" y="1827014"/>
            <a:ext cx="209407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Scoring System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742539" y="2671763"/>
            <a:ext cx="209407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Quantified threat assessment.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4922758"/>
            <a:ext cx="670560" cy="6705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47838" y="4922758"/>
            <a:ext cx="2093952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Timeline Reconstruction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747838" y="6121837"/>
            <a:ext cx="20939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events in chronological order.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5278" y="4922758"/>
            <a:ext cx="670560" cy="6705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79325" y="4922758"/>
            <a:ext cx="209407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Relationship Mapping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5079325" y="6121837"/>
            <a:ext cx="20940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visualization of connections.</a:t>
            </a:r>
            <a:endParaRPr lang="en-US" sz="17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6884" y="4922758"/>
            <a:ext cx="670560" cy="6705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410932" y="4922758"/>
            <a:ext cx="209407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Quick Scan &amp; Deep Investigation Modes</a:t>
            </a:r>
            <a:endParaRPr lang="en-US" sz="2200" dirty="0"/>
          </a:p>
        </p:txBody>
      </p:sp>
      <p:sp>
        <p:nvSpPr>
          <p:cNvPr id="23" name="Text 14"/>
          <p:cNvSpPr/>
          <p:nvPr/>
        </p:nvSpPr>
        <p:spPr>
          <a:xfrm>
            <a:off x="8410932" y="6476167"/>
            <a:ext cx="209407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analysis depth.</a:t>
            </a:r>
            <a:endParaRPr lang="en-US" sz="17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88491" y="4922758"/>
            <a:ext cx="670560" cy="67056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1742539" y="4922758"/>
            <a:ext cx="209407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Intelligence Report Generation</a:t>
            </a:r>
            <a:endParaRPr lang="en-US" sz="2200" dirty="0"/>
          </a:p>
        </p:txBody>
      </p:sp>
      <p:sp>
        <p:nvSpPr>
          <p:cNvPr id="26" name="Text 16"/>
          <p:cNvSpPr/>
          <p:nvPr/>
        </p:nvSpPr>
        <p:spPr>
          <a:xfrm>
            <a:off x="11742539" y="6476167"/>
            <a:ext cx="20940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Automated, comprehensive reporting.</a:t>
            </a:r>
            <a:endParaRPr lang="en-US" sz="17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3B877B-2640-248F-4AD3-AB41132EDBE3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226" y="829866"/>
            <a:ext cx="5085755" cy="595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AI Report Sample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953095" y="1906072"/>
            <a:ext cx="2859524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Summary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953095" y="2503765"/>
            <a:ext cx="7523678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of key findings and their implications.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53095" y="3024664"/>
            <a:ext cx="2859524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953095" y="3622358"/>
            <a:ext cx="7523678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data points identified by AI.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3095" y="4143256"/>
            <a:ext cx="3016329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Suspicious Indicators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953095" y="4740950"/>
            <a:ext cx="7523678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 for anomalous activities.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53095" y="5261848"/>
            <a:ext cx="3237190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Recommended Actions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953095" y="5859542"/>
            <a:ext cx="7523678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Prescriptive steps for next phase.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53095" y="6380440"/>
            <a:ext cx="2859524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Score: 8.4 / 10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953095" y="6801922"/>
            <a:ext cx="2859524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Threat Level: High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667226" y="1665803"/>
            <a:ext cx="22860" cy="5733812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645319"/>
            <a:ext cx="6884908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 Technology Stack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216" y="1769983"/>
            <a:ext cx="553641" cy="5536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5216" y="2593896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Frontend: React.js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75216" y="3069550"/>
            <a:ext cx="640484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Dynamic, responsive UI.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0336" y="1769983"/>
            <a:ext cx="553641" cy="5536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0336" y="2593896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UI: Antigravity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450336" y="3069550"/>
            <a:ext cx="640484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AI prototyping.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216" y="3852267"/>
            <a:ext cx="553641" cy="5536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5216" y="4676180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Backend: Node.js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75216" y="5151834"/>
            <a:ext cx="640484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server-side logic.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0336" y="3852267"/>
            <a:ext cx="553641" cy="5536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0336" y="4676180"/>
            <a:ext cx="2789396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Database: Supabase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7450336" y="5151834"/>
            <a:ext cx="640484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PostgreSQL backend.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5216" y="5934551"/>
            <a:ext cx="553641" cy="55364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5216" y="6758464"/>
            <a:ext cx="3373041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Layer: LLM Integration</a:t>
            </a:r>
            <a:endParaRPr lang="en-US" sz="2150" dirty="0"/>
          </a:p>
        </p:txBody>
      </p:sp>
      <p:sp>
        <p:nvSpPr>
          <p:cNvPr id="17" name="Text 10"/>
          <p:cNvSpPr/>
          <p:nvPr/>
        </p:nvSpPr>
        <p:spPr>
          <a:xfrm>
            <a:off x="775216" y="7234118"/>
            <a:ext cx="640484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Prompt-engineered intelligence.</a:t>
            </a:r>
            <a:endParaRPr lang="en-US" sz="17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50336" y="5934551"/>
            <a:ext cx="553641" cy="55364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50336" y="6758464"/>
            <a:ext cx="3795117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Infrastructure: Cloud-based</a:t>
            </a:r>
            <a:endParaRPr lang="en-US" sz="2150" dirty="0"/>
          </a:p>
        </p:txBody>
      </p:sp>
      <p:sp>
        <p:nvSpPr>
          <p:cNvPr id="20" name="Text 12"/>
          <p:cNvSpPr/>
          <p:nvPr/>
        </p:nvSpPr>
        <p:spPr>
          <a:xfrm>
            <a:off x="7450336" y="7234118"/>
            <a:ext cx="640484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Secure, elastic deployment.</a:t>
            </a:r>
            <a:endParaRPr lang="en-US" sz="17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4FF18-32DA-4FE8-59C3-B4EA4B1DD531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61078"/>
            <a:ext cx="56911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010019"/>
            <a:ext cx="7556421" cy="32585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88659" y="5650587"/>
            <a:ext cx="1714297" cy="21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Supabase + AI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788659" y="4896297"/>
            <a:ext cx="1714297" cy="21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Engine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788659" y="4149625"/>
            <a:ext cx="1714297" cy="21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788659" y="3395335"/>
            <a:ext cx="1714297" cy="21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62F642-E945-E33C-9AD9-7343DC02C27B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430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Innovation Factor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91972"/>
            <a:ext cx="7556421" cy="24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Forensic Analysis: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Interact with data intuitively.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Human-like Structured Intelligence Reporting: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AI-generated, high-quality reports.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Anomaly Detection: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Pinpoint deviations with precision.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Quantified Risk Scoring: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Objective threat assessment.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Decision-Oriented Output: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Clear, actionable recommendations.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DA0F7A-DDE5-7D8B-6177-1CDD3FF9E580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0968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Impact: Redefining Intelligence Operations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67401"/>
            <a:ext cx="7556421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Investigation Time Significantly: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days to minutes.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Accelerates Pattern Detection: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Uncover hidden threats faster.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Minimizes Manual Workload: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Automate tedious data analysis.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Enhances Decision-Making Accuracy: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Data-driven insights for critical choices.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43D5BC-EF75-DCC6-FA55-3FF52719FBC9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04C797-3456-0A6E-1696-858063BB2643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9634EB-F401-CF50-F4BE-52DE6C02B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78" y="1584720"/>
            <a:ext cx="12288644" cy="61765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04A9D9-D37F-57DB-07E9-61D1767C025A}"/>
              </a:ext>
            </a:extLst>
          </p:cNvPr>
          <p:cNvSpPr txBox="1"/>
          <p:nvPr/>
        </p:nvSpPr>
        <p:spPr>
          <a:xfrm>
            <a:off x="4616769" y="214703"/>
            <a:ext cx="5017720" cy="55399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3000" b="1" dirty="0">
                <a:latin typeface="Inter Bold"/>
                <a:cs typeface="Times New Roman" panose="02020603050405020304" pitchFamily="18" charset="0"/>
              </a:rPr>
              <a:t>Screenshots of the project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736346-653F-5544-D37F-7230BA0FBAB4}"/>
              </a:ext>
            </a:extLst>
          </p:cNvPr>
          <p:cNvSpPr/>
          <p:nvPr/>
        </p:nvSpPr>
        <p:spPr>
          <a:xfrm>
            <a:off x="5669394" y="960053"/>
            <a:ext cx="2555636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1. Login page</a:t>
            </a:r>
          </a:p>
        </p:txBody>
      </p:sp>
    </p:spTree>
    <p:extLst>
      <p:ext uri="{BB962C8B-B14F-4D97-AF65-F5344CB8AC3E}">
        <p14:creationId xmlns:p14="http://schemas.microsoft.com/office/powerpoint/2010/main" val="729157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6D3E47-FEA6-3E60-62B7-4BB948E2FB19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C91A2-571F-E023-93F2-D5F9D991B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88" y="1382751"/>
            <a:ext cx="13583075" cy="57919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FF560FA-90B5-58B5-0149-5C8BD1327122}"/>
              </a:ext>
            </a:extLst>
          </p:cNvPr>
          <p:cNvSpPr/>
          <p:nvPr/>
        </p:nvSpPr>
        <p:spPr>
          <a:xfrm>
            <a:off x="4072197" y="439348"/>
            <a:ext cx="5750036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2. Command center dashboard</a:t>
            </a:r>
          </a:p>
        </p:txBody>
      </p:sp>
    </p:spTree>
    <p:extLst>
      <p:ext uri="{BB962C8B-B14F-4D97-AF65-F5344CB8AC3E}">
        <p14:creationId xmlns:p14="http://schemas.microsoft.com/office/powerpoint/2010/main" val="471994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740280-B13D-18B6-F082-E12069591AF7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E87A79-6257-1E86-0488-41494E5317FF}"/>
              </a:ext>
            </a:extLst>
          </p:cNvPr>
          <p:cNvSpPr/>
          <p:nvPr/>
        </p:nvSpPr>
        <p:spPr>
          <a:xfrm>
            <a:off x="5754516" y="799478"/>
            <a:ext cx="3121367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3. Case Datasets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82944-1B3E-3628-EA45-604AD8231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80" y="2098036"/>
            <a:ext cx="7081584" cy="3911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BC8F56-FB40-5407-E2A0-C3346830E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920" y="2098037"/>
            <a:ext cx="6979170" cy="391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020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940876-E1C2-6B8C-E86D-DA6DEB18BADC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53545-7EA7-B9D7-F2C2-2C65208FD7C4}"/>
              </a:ext>
            </a:extLst>
          </p:cNvPr>
          <p:cNvSpPr/>
          <p:nvPr/>
        </p:nvSpPr>
        <p:spPr>
          <a:xfrm>
            <a:off x="5087343" y="352438"/>
            <a:ext cx="3853107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4. AI Chatbot (Main)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191DD6-9AB4-8E46-D14D-0531F8010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61" y="1298805"/>
            <a:ext cx="13114278" cy="620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25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4CF669-D60D-A2F2-4571-EB0F53D8DDD3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48FDE-42FD-049F-80B2-0517831B7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0" y="278712"/>
            <a:ext cx="7917637" cy="4273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FA5500-C3B9-F3AE-C24C-8E83F51141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79" t="4065" r="36139" b="11844"/>
          <a:stretch>
            <a:fillRect/>
          </a:stretch>
        </p:blipFill>
        <p:spPr>
          <a:xfrm>
            <a:off x="8148577" y="278711"/>
            <a:ext cx="6227180" cy="42730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E6178C-0DCA-C5EC-628E-1CB8A8466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627" y="4948598"/>
            <a:ext cx="13941145" cy="300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55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388E42-0A9F-584C-23AB-A79BA31C5B35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059BB-A9EF-96DC-A869-8D8D502CAF19}"/>
              </a:ext>
            </a:extLst>
          </p:cNvPr>
          <p:cNvSpPr/>
          <p:nvPr/>
        </p:nvSpPr>
        <p:spPr>
          <a:xfrm>
            <a:off x="5456062" y="352438"/>
            <a:ext cx="3115661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5. Threat Engine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CD1BE1-F537-C3E1-D241-76DBB4428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171" y="1063788"/>
            <a:ext cx="11972057" cy="688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87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F14148-099D-4E20-1D6C-D5D41AFBFB14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0C935F-852E-C37B-5E68-6C1D8E1FB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81" y="1343408"/>
            <a:ext cx="13493237" cy="63174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293E16-B26E-6F0E-77AB-9F12A479731C}"/>
              </a:ext>
            </a:extLst>
          </p:cNvPr>
          <p:cNvSpPr/>
          <p:nvPr/>
        </p:nvSpPr>
        <p:spPr>
          <a:xfrm>
            <a:off x="5457152" y="352438"/>
            <a:ext cx="3113481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6. Network Intel</a:t>
            </a:r>
          </a:p>
        </p:txBody>
      </p:sp>
    </p:spTree>
    <p:extLst>
      <p:ext uri="{BB962C8B-B14F-4D97-AF65-F5344CB8AC3E}">
        <p14:creationId xmlns:p14="http://schemas.microsoft.com/office/powerpoint/2010/main" val="352944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356AF0-FA33-8EF3-5F09-47CEB851138A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0D3372-99D2-8FA8-EB9E-79D41131D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23" y="1223834"/>
            <a:ext cx="13778154" cy="65690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682FE6C-D90C-3442-E167-EC3A3BE4DEFF}"/>
              </a:ext>
            </a:extLst>
          </p:cNvPr>
          <p:cNvSpPr/>
          <p:nvPr/>
        </p:nvSpPr>
        <p:spPr>
          <a:xfrm>
            <a:off x="5215901" y="352438"/>
            <a:ext cx="3595984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7. Timeline Replay </a:t>
            </a:r>
          </a:p>
        </p:txBody>
      </p:sp>
    </p:spTree>
    <p:extLst>
      <p:ext uri="{BB962C8B-B14F-4D97-AF65-F5344CB8AC3E}">
        <p14:creationId xmlns:p14="http://schemas.microsoft.com/office/powerpoint/2010/main" val="521214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0D7027-A952-64E4-0277-53F27ED229F0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7F1D1-9B91-1FF5-D553-72DD5F6ABC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957"/>
          <a:stretch>
            <a:fillRect/>
          </a:stretch>
        </p:blipFill>
        <p:spPr>
          <a:xfrm>
            <a:off x="1850093" y="1159519"/>
            <a:ext cx="10327597" cy="40686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9D700A9-09E9-096F-8F76-E0ABBC4195BC}"/>
              </a:ext>
            </a:extLst>
          </p:cNvPr>
          <p:cNvSpPr/>
          <p:nvPr/>
        </p:nvSpPr>
        <p:spPr>
          <a:xfrm>
            <a:off x="5492354" y="352438"/>
            <a:ext cx="3043077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8. Intel Reports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8DEF2B-5B2E-B161-970F-ABF3A0A62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093" y="5334791"/>
            <a:ext cx="10327597" cy="270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33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984AD1-20AA-B45D-C558-CA1FDDF3D771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B833B4-5433-3B12-3BEC-48CC15FE0E0D}"/>
              </a:ext>
            </a:extLst>
          </p:cNvPr>
          <p:cNvSpPr/>
          <p:nvPr/>
        </p:nvSpPr>
        <p:spPr>
          <a:xfrm>
            <a:off x="3729020" y="352438"/>
            <a:ext cx="6569747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Application Development Snapshot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586FC-1D27-E536-20F4-48A9CFEFD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656" y="1226143"/>
            <a:ext cx="11013943" cy="680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0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339CEC-276F-225A-BC3C-018764F883C1}"/>
              </a:ext>
            </a:extLst>
          </p:cNvPr>
          <p:cNvSpPr/>
          <p:nvPr/>
        </p:nvSpPr>
        <p:spPr>
          <a:xfrm>
            <a:off x="12801600" y="7660888"/>
            <a:ext cx="1828800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DA3D21-102A-085C-1842-014106E13913}"/>
              </a:ext>
            </a:extLst>
          </p:cNvPr>
          <p:cNvSpPr/>
          <p:nvPr/>
        </p:nvSpPr>
        <p:spPr>
          <a:xfrm>
            <a:off x="4467672" y="3453080"/>
            <a:ext cx="56950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05641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497</Words>
  <Application>Microsoft Office PowerPoint</Application>
  <PresentationFormat>Custom</PresentationFormat>
  <Paragraphs>105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Likhith Sai</cp:lastModifiedBy>
  <cp:revision>4</cp:revision>
  <dcterms:created xsi:type="dcterms:W3CDTF">2026-03-20T07:41:52Z</dcterms:created>
  <dcterms:modified xsi:type="dcterms:W3CDTF">2026-03-20T09:36:13Z</dcterms:modified>
</cp:coreProperties>
</file>